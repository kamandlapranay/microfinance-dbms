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74520"/>
            <a:ext cx="1097280" cy="64008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and Implementation of a Database Management System for Microfinance Loan and Repayment Management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9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registration • Loans • Repayments • Penalties • Savings • Reports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Project Demonstration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Kamandla pranay| 25WU0102328  |  Woxsen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and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records kept manually or in spreadsheets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Errors in schedules, balances and penalties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reporting and no audit trail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66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 txBox="1"/>
          <p:nvPr/>
        </p:nvSpPr>
        <p:spPr>
          <a:xfrm>
            <a:off x="34137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Centralised, normalised relational database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loan lifecycle end to 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schedules, penalties and savings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reports for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5" name="Text 13"/>
          <p:cNvSpPr txBox="1"/>
          <p:nvPr/>
        </p:nvSpPr>
        <p:spPr>
          <a:xfrm>
            <a:off x="62331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(or Java) application with a DB back 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/ simple GUI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CRUD, search, validation, error handling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377440" cy="73152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09728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Menu-driven CLI / simple GUI (Tkinter)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377440" cy="7315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0" name="Text 8"/>
          <p:cNvSpPr txBox="1"/>
          <p:nvPr/>
        </p:nvSpPr>
        <p:spPr>
          <a:xfrm>
            <a:off x="457200" y="1965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196596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96596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modules: clients, loans, repayments, savings, reports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377440" cy="73152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14" name="Text 12"/>
          <p:cNvSpPr txBox="1"/>
          <p:nvPr/>
        </p:nvSpPr>
        <p:spPr>
          <a:xfrm>
            <a:off x="457200" y="28346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Access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34640" y="283464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283464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queries, transactions, input validation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2377440" cy="731520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8" name="Text 16"/>
          <p:cNvSpPr txBox="1"/>
          <p:nvPr/>
        </p:nvSpPr>
        <p:spPr>
          <a:xfrm>
            <a:off x="457200" y="37033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34640" y="370332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370332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SQLite relational schema with constraints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 (ER Overview)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8595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88595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161163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61163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client_id (PK)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phone, address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national_id (unique)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join_date,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71750" y="1097280"/>
            <a:ext cx="188595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1750" y="1097280"/>
            <a:ext cx="188595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 txBox="1"/>
          <p:nvPr/>
        </p:nvSpPr>
        <p:spPr>
          <a:xfrm>
            <a:off x="2708910" y="1280160"/>
            <a:ext cx="161163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08910" y="1783080"/>
            <a:ext cx="161163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loan_id (PK)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client_id (FK)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amount, rate, term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Applied / Approved / Disbursed / Closed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097280"/>
            <a:ext cx="188595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6300" y="1097280"/>
            <a:ext cx="188595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5" name="Text 13"/>
          <p:cNvSpPr txBox="1"/>
          <p:nvPr/>
        </p:nvSpPr>
        <p:spPr>
          <a:xfrm>
            <a:off x="4823460" y="1280160"/>
            <a:ext cx="161163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1783080"/>
            <a:ext cx="161163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schedule_id (PK)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loan_id (FK)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due_date, principal, interest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Pending / Paid / Overdue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00850" y="1097280"/>
            <a:ext cx="188595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0850" y="1097280"/>
            <a:ext cx="188595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9" name="Text 17"/>
          <p:cNvSpPr txBox="1"/>
          <p:nvPr/>
        </p:nvSpPr>
        <p:spPr>
          <a:xfrm>
            <a:off x="6938010" y="1280160"/>
            <a:ext cx="161163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REPAYMENT / SAVINGS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1783080"/>
            <a:ext cx="161163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payment_id, loan_id (FK)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amount, date, penalty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savings_id, client_id (FK)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deposit / withdrawal, balance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Relationships: Client 1—N Loan  |  Loan 1—N Schedule  |  Loan 1—N Repayment  |  Client 1—N Savings. Normalised to 3NF with PK, FK, NOT NULL, CHECK and UNIQUE constraints.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Lifecycle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2355B"/>
          </a:solidFill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Register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2355B"/>
          </a:solidFill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Loan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2355B"/>
          </a:solidFill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Approval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2355B"/>
          </a:solidFill>
        </p:spPr>
      </p:sp>
      <p:sp>
        <p:nvSpPr>
          <p:cNvPr id="12" name="Text 10"/>
          <p:cNvSpPr txBox="1"/>
          <p:nvPr/>
        </p:nvSpPr>
        <p:spPr>
          <a:xfrm>
            <a:off x="6766560" y="137160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Disbursement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B998B"/>
          </a:solidFill>
        </p:spPr>
      </p:sp>
      <p:sp>
        <p:nvSpPr>
          <p:cNvPr id="14" name="Text 12"/>
          <p:cNvSpPr txBox="1"/>
          <p:nvPr/>
        </p:nvSpPr>
        <p:spPr>
          <a:xfrm>
            <a:off x="457200" y="301752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Schedule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60320" y="30175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B998B"/>
          </a:solidFill>
        </p:spPr>
      </p:sp>
      <p:sp>
        <p:nvSpPr>
          <p:cNvPr id="16" name="Text 14"/>
          <p:cNvSpPr txBox="1"/>
          <p:nvPr/>
        </p:nvSpPr>
        <p:spPr>
          <a:xfrm>
            <a:off x="2560320" y="301752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Repayment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B998B"/>
          </a:solidFill>
        </p:spPr>
      </p:sp>
      <p:sp>
        <p:nvSpPr>
          <p:cNvPr id="18" name="Text 16"/>
          <p:cNvSpPr txBox="1"/>
          <p:nvPr/>
        </p:nvSpPr>
        <p:spPr>
          <a:xfrm>
            <a:off x="4663440" y="301752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Penalty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30175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B998B"/>
          </a:solidFill>
        </p:spPr>
      </p:sp>
      <p:sp>
        <p:nvSpPr>
          <p:cNvPr id="20" name="Text 18"/>
          <p:cNvSpPr txBox="1"/>
          <p:nvPr/>
        </p:nvSpPr>
        <p:spPr>
          <a:xfrm>
            <a:off x="6766560" y="3017520"/>
            <a:ext cx="1828800" cy="11887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Savings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step updates loan status and is validated before the next stage can start.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Business Logic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Generation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 = P·r·(1+r)^n / ((1+r)^n − 1)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row per instalment with principal and interest split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automatically on disbursement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66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 txBox="1"/>
          <p:nvPr/>
        </p:nvSpPr>
        <p:spPr>
          <a:xfrm>
            <a:off x="34137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Penalty Calculation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Triggered when due_date &lt; today and unpaid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 fee = % of overdue instalment per day / period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to repayment dues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5" name="Text 13"/>
          <p:cNvSpPr txBox="1"/>
          <p:nvPr/>
        </p:nvSpPr>
        <p:spPr>
          <a:xfrm>
            <a:off x="62331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Deposits and withdrawals per client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Running balance maintained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Withdrawal blocked if balance is insufficient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Demonstration: CRUD, Search, Validation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Create: register client, apply loan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Read: view loans, schedules, history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Update: edit client, approve loan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Delete: remove client with no active loans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66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 txBox="1"/>
          <p:nvPr/>
        </p:nvSpPr>
        <p:spPr>
          <a:xfrm>
            <a:off x="34137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client name, ID or phone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loan status or date range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Overdue instalment lookup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5" name="Text 13"/>
          <p:cNvSpPr txBox="1"/>
          <p:nvPr/>
        </p:nvSpPr>
        <p:spPr>
          <a:xfrm>
            <a:off x="62331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and Errors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Phone, ID, amount and date format checks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national ID rejected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Try/except with clear messages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 roll back on failure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and Output Screens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list and loan portfolio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Disbursement and collection summary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Overdue and penalty report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Savings statement per client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66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1" name="Text 9"/>
          <p:cNvSpPr txBox="1"/>
          <p:nvPr/>
        </p:nvSpPr>
        <p:spPr>
          <a:xfrm>
            <a:off x="34137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10+ sample clients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Loans in every status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Paid, pending and overdue instalments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cases for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1097280"/>
            <a:ext cx="2590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097280"/>
            <a:ext cx="2590800" cy="73152"/>
          </a:xfrm>
          <a:prstGeom prst="rect">
            <a:avLst/>
          </a:prstGeom>
          <a:solidFill>
            <a:srgbClr val="1B998B"/>
          </a:solidFill>
        </p:spPr>
      </p:sp>
      <p:sp>
        <p:nvSpPr>
          <p:cNvPr id="15" name="Text 13"/>
          <p:cNvSpPr txBox="1"/>
          <p:nvPr/>
        </p:nvSpPr>
        <p:spPr>
          <a:xfrm>
            <a:off x="6233160" y="1280160"/>
            <a:ext cx="231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Screens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1783080"/>
            <a:ext cx="23164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menu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 and loan forms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repayment schedule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printouts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55B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and Deliverables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Microfinance DBMS  |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Delivers a working, validated system covering the full microfinance loan lifecycle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Normalised database ensures consistency, integrity and fast reporting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Deliverables: source code, database script, test data, output screens, project report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scope: SMS reminders, web interface, role-based login, analytics dashboard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you. Questions / Viva-voce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3526</Words>
  <Application>WPS Presentation</Application>
  <PresentationFormat>On-screen Show (16:9)</PresentationFormat>
  <Paragraphs>192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Microfinance Loan and Repayment Management System</dc:title>
  <dc:creator>PptxGenJS</dc:creator>
  <dc:subject>PptxGenJS Presentation</dc:subject>
  <cp:lastModifiedBy>Pranay Kamandla</cp:lastModifiedBy>
  <cp:revision>2</cp:revision>
  <dcterms:created xsi:type="dcterms:W3CDTF">2026-10-06T20:00:00Z</dcterms:created>
  <dcterms:modified xsi:type="dcterms:W3CDTF">2026-10-06T20:04:28Z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CC604D292B5A440FBE8054CAB8A23F3E_12</vt:lpwstr>
  </property>
  <property fmtid="{D5CDD505-2E9C-101B-9397-08002B2CF9AE}" pid="3" name="KSOProductBuildVer">
    <vt:lpwstr>1033-12.1.0.28485</vt:lpwstr>
  </property>
</Properties>
</file>